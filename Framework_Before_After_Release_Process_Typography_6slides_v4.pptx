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20040"/>
            <a:ext cx="66223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 err="1">
                <a:solidFill>
                  <a:srgbClr val="121826"/>
                </a:solidFill>
                <a:latin typeface="Freestyle Script" panose="030804020302050B0404" pitchFamily="66" charset="0"/>
              </a:rPr>
              <a:t>Фреймворк</a:t>
            </a:r>
            <a:r>
              <a:rPr sz="2400" b="1" dirty="0">
                <a:solidFill>
                  <a:srgbClr val="121826"/>
                </a:solidFill>
                <a:latin typeface="Freestyle Script" panose="030804020302050B0404" pitchFamily="66" charset="0"/>
              </a:rPr>
              <a:t> </a:t>
            </a:r>
            <a:r>
              <a:rPr sz="2400" b="1" dirty="0" err="1">
                <a:solidFill>
                  <a:srgbClr val="121826"/>
                </a:solidFill>
                <a:latin typeface="Freestyle Script" panose="030804020302050B0404" pitchFamily="66" charset="0"/>
              </a:rPr>
              <a:t>данных</a:t>
            </a:r>
            <a:r>
              <a:rPr sz="2400" b="1" dirty="0">
                <a:solidFill>
                  <a:srgbClr val="121826"/>
                </a:solidFill>
                <a:latin typeface="Freestyle Script" panose="030804020302050B0404" pitchFamily="66" charset="0"/>
              </a:rPr>
              <a:t> и </a:t>
            </a:r>
            <a:r>
              <a:rPr sz="2400" b="1" dirty="0" err="1">
                <a:solidFill>
                  <a:srgbClr val="121826"/>
                </a:solidFill>
                <a:latin typeface="Freestyle Script" panose="030804020302050B0404" pitchFamily="66" charset="0"/>
              </a:rPr>
              <a:t>релизы</a:t>
            </a:r>
            <a:r>
              <a:rPr sz="2400" b="1" dirty="0">
                <a:solidFill>
                  <a:srgbClr val="121826"/>
                </a:solidFill>
                <a:latin typeface="Freestyle Script" panose="030804020302050B0404" pitchFamily="66" charset="0"/>
              </a:rPr>
              <a:t>: ДО → ПОСЛЕ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470" y="1142107"/>
            <a:ext cx="86493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Задача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: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ускорить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вывод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изменений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,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повысить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устойчивость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,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устранить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ручные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шаги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 в </a:t>
            </a:r>
            <a:r>
              <a:rPr sz="1500" b="0" dirty="0" err="1">
                <a:solidFill>
                  <a:srgbClr val="5C6370"/>
                </a:solidFill>
                <a:latin typeface="Freestyle Script" panose="030804020302050B0404" pitchFamily="66" charset="0"/>
              </a:rPr>
              <a:t>релизах</a:t>
            </a:r>
            <a:r>
              <a:rPr sz="1500" b="0" dirty="0">
                <a:solidFill>
                  <a:srgbClr val="5C6370"/>
                </a:solidFill>
                <a:latin typeface="Freestyle Script" panose="030804020302050B0404" pitchFamily="66" charset="0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692" y="1931766"/>
            <a:ext cx="8244945" cy="356616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282" y="2699238"/>
            <a:ext cx="793017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dirty="0">
                <a:solidFill>
                  <a:srgbClr val="121826"/>
                </a:solidFill>
                <a:latin typeface="Segoe UI"/>
              </a:rPr>
              <a:t>ДО: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монолитный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DAG,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порядок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dm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по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table_id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ручные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релизы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высокий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риск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ошибок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0" dirty="0">
                <a:solidFill>
                  <a:srgbClr val="121826"/>
                </a:solidFill>
                <a:latin typeface="Segoe UI"/>
              </a:rPr>
              <a:t>ПОСЛЕ: YAML-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конфиги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по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таблицам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DAG’и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по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направлениям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авто-порядок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и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параллель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в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dm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релизы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через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 diff и </a:t>
            </a:r>
            <a:r>
              <a:rPr sz="1700" b="0" dirty="0" err="1">
                <a:solidFill>
                  <a:srgbClr val="121826"/>
                </a:solidFill>
                <a:latin typeface="Segoe UI"/>
              </a:rPr>
              <a:t>автоприменение</a:t>
            </a:r>
            <a:r>
              <a:rPr sz="1700" b="0" dirty="0">
                <a:solidFill>
                  <a:srgbClr val="121826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Segoe UI"/>
              </a:rPr>
              <a:t>Почему было плохо: суть проблем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607040" cy="438912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AB40"/>
                </a:solidFill>
                <a:latin typeface="Segoe UI"/>
              </a:rPr>
              <a:t>Корневые причины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Монолит и table_id: порядок сборки «зашит» в БД — каждый шаг согласовывать и чинить вручную.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Mapped-tasks → много шаблонного кода: изменения дороже, выше порог входа, сложнее дебажить.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Каскадные падения: одна ошибка роняет весь DAG; MTTR высокий, ночные перезапуски.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Релизы «вручную»: правки tables_meta, DDL/DML и наполнение — долго и рискованно; нет прозрачного diff.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Segoe UI"/>
              </a:rPr>
              <a:t>Исполнение: ДО vs ПОСЛЕ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94960" cy="429768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478F6"/>
                </a:solidFill>
                <a:latin typeface="Segoe UI"/>
              </a:rPr>
              <a:t>ДО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Один общий DAG: loader_entity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oracle_load → greenplum_load → greenplum_load_dm (строгая последовательность)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Порядок в dm по table_id, мало параллелизма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Сбой таблицы валит DAG; ручные перезапуски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5394960" cy="429768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4BB80"/>
                </a:solidFill>
                <a:latin typeface="Segoe UI"/>
              </a:rPr>
              <a:t>ПОСЛЕ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DAG’и по направлениям; одна таблица = одна таска (шаблон)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YAML-конфиги: атрибуты + зависимости → граф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Автопорядок и параллель в dm, где возможно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Сбой изолирован: ретраи → skip → алерт, точечный рестарт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Segoe UI"/>
              </a:rPr>
              <a:t>Релизный процесс: ДО vs ПОСЛЕ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94960" cy="429768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478F6"/>
                </a:solidFill>
                <a:latin typeface="Segoe UI"/>
              </a:rPr>
              <a:t>ДО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В день релиза: ручные апдейты tables_meta, DDL/DML/наполнение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Долгий, нестабильный и трудозатратный процесс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Откат — вручную; история изменений фрагментарна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5394960" cy="429768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4BB80"/>
                </a:solidFill>
                <a:latin typeface="Segoe UI"/>
              </a:rPr>
              <a:t>ПОСЛЕ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45720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По задаче: ветка и MR, правка YAML таблицы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В релиз: merge → скрипт раскатки (backup S3 → diff → автоприменение)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121826"/>
                </a:solidFill>
                <a:latin typeface="Segoe UI"/>
              </a:rPr>
              <a:t>Инкрементальные — вручную (безопасность); пост-проверки и e-mail отчёт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Segoe UI"/>
              </a:rPr>
              <a:t>Что дал новый подход: эффект по осям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607040" cy="18288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4BB80"/>
                </a:solidFill>
                <a:latin typeface="Segoe UI"/>
              </a:rPr>
              <a:t>Скорость и масштаб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Релиз = merge + один запуск: без ручных DDL/DML.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Добавление таблиц/направлений через YAML: без роста сложности графа.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40"/>
            <a:ext cx="10607040" cy="18288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478F6"/>
                </a:solidFill>
                <a:latin typeface="Segoe UI"/>
              </a:rPr>
              <a:t>Устойчивость и контроль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Изоляция ошибок: таблица падает — DAG продолжает другие ветки; MTTR ниже.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Прозрачный diff и пост-валидаторы (схемы/синтаксис) → меньше регрессий.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  <a:latin typeface="Segoe UI"/>
              </a:rPr>
              <a:t>Итог для бизнеса и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C6370"/>
                </a:solidFill>
                <a:latin typeface="Segoe UI"/>
              </a:rPr>
              <a:t>Переход от монолита и ручных релизов к декларативным конфигам и автоматизированной раскатке.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132588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2057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SLA витрин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5146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98–99% стабильно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657600" cy="1325880"/>
          </a:xfrm>
          <a:prstGeom prst="roundRect">
            <a:avLst/>
          </a:prstGeom>
          <a:solidFill>
            <a:srgbClr val="24BB80"/>
          </a:solidFill>
          <a:ln>
            <a:solidFill>
              <a:srgbClr val="24B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057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Время релиза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5146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↓ в разы (merge + запуск)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2651760" cy="1325880"/>
          </a:xfrm>
          <a:prstGeom prst="roundRect">
            <a:avLst/>
          </a:prstGeom>
          <a:solidFill>
            <a:srgbClr val="FFAB40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20574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Падения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5146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редкие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10607040" cy="192024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9692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AB40"/>
                </a:solidFill>
                <a:latin typeface="Segoe UI"/>
              </a:rPr>
              <a:t>Почему это эффективно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9875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Меньше ручных шагов → меньше ошибок и задержек.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Декларативные конфиги → предсказуемость и воспроизводимость релизов.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0">
                <a:solidFill>
                  <a:srgbClr val="121826"/>
                </a:solidFill>
                <a:latin typeface="Segoe UI"/>
              </a:rPr>
              <a:t>Фокус инженеров на ценности (оптимизация/качество), а не на процедуре.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406</Words>
  <Application>Microsoft Office PowerPoint</Application>
  <PresentationFormat>Экран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Freestyle Script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Никита</cp:lastModifiedBy>
  <cp:revision>4</cp:revision>
  <dcterms:created xsi:type="dcterms:W3CDTF">2013-01-27T09:14:16Z</dcterms:created>
  <dcterms:modified xsi:type="dcterms:W3CDTF">2025-11-14T06:02:53Z</dcterms:modified>
  <cp:category/>
</cp:coreProperties>
</file>