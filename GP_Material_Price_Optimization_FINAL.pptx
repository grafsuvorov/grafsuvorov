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Оптимизация расчёта Material Price Calculation в Greenplum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📊 Разбор: как было → что изменилось → кто ошибся → как оптимизировать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⚙️ Цель: ускорить массовый расчёт и сократить Cost в 1000 раз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 и результат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✅ Сокращение времени с ~7 мин до ~2 мин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✅ Убраны WindowAgg и Sort на десятках млн строк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✅ Один проход по CKMLCR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✅ Предагрегация MLCD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✅ Проверка данных через EXCEPT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было — исходный вариант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❌ WindowAgg (LEAD) + Sort по десяткам млн строк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❌ Двойное чтение CKMLCR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❌ Redistribute Motion из-за разных дистрибуций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❌ Без предагрегации MLCD → множители строк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⚙️ Cost ≈ 187 млн, Rows ≈ 40 млрд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v1 (новый подход)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✅ Один проход по CKMLCR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✅ C_prev через dt_next = dt_valid_from (без LEAD)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✅ MLCD предагрегирован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✅ Распределение по (kalnr, bdatj, poper)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⚙️ Cost ≈ 133 тыс, Rows ≈ 87.9 млн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📉 Ускорение ~1400x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Версия Насти — где ошибка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⚠️ LEAD на полном массиве → WindowAgg и Sort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⚠️ Чтение из ods.* без распределения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⚠️ Расхождение в датах valid_to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💡 Исправление: заменить LEAD на join c_prev.dt_next = dt_valid_from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Версия Кости — анализ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✅ Правильный CKMLCR_2 (dt_posting = первый день след. месяца)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⚠️ Остался LEAD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⚠️ Join по timestamp к date → потеря колокации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💡 Рекомендация: приведение типов, убрать LEAD, использовать join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Версия Анатолия — анализ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✅ Временная таблица ckmlpp упрощает логику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⚠️ distributed randomly → Redistribute Motion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⚠️ LEAD не убран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💡 Рекомендация: DISTRIBUTED BY (kalnr, bdatj, poper)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Было → Стало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4114800" cy="4114800"/>
          </a:xfrm>
          <a:prstGeom prst="rect">
            <a:avLst/>
          </a:prstGeom>
          <a:solidFill>
            <a:srgbClr val="F0F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Было: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- LEAD/LAG + Sort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- Разные dist keys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- Без агрегации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- Cost ~187M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- Rows ~40B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371600"/>
            <a:ext cx="4114800" cy="4114800"/>
          </a:xfrm>
          <a:prstGeom prst="rect">
            <a:avLst/>
          </a:prstGeom>
          <a:solidFill>
            <a:srgbClr val="F5FF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Стало: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- Один проход CKMLCR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- Совпадение dist keys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- MLCD предагрегирован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- Cost ~133K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- Rows ~87.9M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изменения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🔹 Изменена дистрибуция таблиц (kalnr, bdatj, poper)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🔹 Перемещено в `userdata` для теста (ODS не используется в других потоках)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🔹 Redistribute Motion устранён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🔹 После расчёта выполняется сверка: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  `SELECT * FROM v1 EXCEPT SELECT * FROM v2`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⚠️ У Насти расхождение по salk3 (нет COALESCE)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проблемы исходника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🚩 LEAD на полном массиве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🚩 Несогласованные dist keys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🚩 Нет предагрегации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🚩 Касты дат в ON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🚩 Redistribute Motion на миллионы строк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Теория: оптимизация в Greenplum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📘 Принципы: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1️⃣ Распределение по JOIN/GROUP ключам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2️⃣ Минимизировать Motion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3️⃣ Фильтровать заранее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4️⃣ Предагрегация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5️⃣ Избегать LEAD/LAG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6️⃣ Использовать EXPLAIN и gp_toolkit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7️⃣ Репликация для малых таблиц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8️⃣ Проверять баланс нагрузки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Чек-лист для оптимизации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☑️ Проверить EXPLAIN на Motion/WindowAgg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☑️ Согласовать ключи распределения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☑️ Привести типы (DATE vs TIMESTAMP)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☑️ Предагрегировать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☑️ Фильтры по untper='000', curtp='10'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☑️ Проверить EXCEPT совпадение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✅ Ускорение 3–5x только за счёт дистрибуции и агрегации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✅ Финальная версия без LEAD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✅ Расчёты полностью совпадают (кроме кейса Насти)</a:t>
            </a:r>
          </a:p>
          <a:p>
            <a:pPr>
              <a:defRPr sz="1800">
                <a:solidFill>
                  <a:srgbClr val="1E1E1E"/>
                </a:solidFill>
                <a:latin typeface="Segoe UI"/>
              </a:defRPr>
            </a:pPr>
            <a:r>
              <a:t>📊 Можно использовать как шаблон для всех витрин с аналогичной структурой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